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7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2180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43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3840480" cy="3840480"/>
          </a:xfrm>
          <a:prstGeom prst="ellipse">
            <a:avLst/>
          </a:prstGeom>
          <a:solidFill>
            <a:srgbClr val="0B6E4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10698480" y="4206240"/>
            <a:ext cx="2926080" cy="2926080"/>
          </a:xfrm>
          <a:prstGeom prst="ellipse">
            <a:avLst/>
          </a:prstGeom>
          <a:solidFill>
            <a:srgbClr val="3FA79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 txBox="1"/>
          <p:nvPr/>
        </p:nvSpPr>
        <p:spPr>
          <a:xfrm>
            <a:off x="731520" y="2331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F4C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· MVP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743200"/>
            <a:ext cx="8686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Educativo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79476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9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 interactiva al servicio de la clase: currículum MINEDUC, recursos y actividades en un solo lugar para pantallas educativas.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3FA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DE TRABAJO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920240"/>
            <a:ext cx="1737360" cy="1737360"/>
          </a:xfrm>
          <a:prstGeom prst="ellipse">
            <a:avLst/>
          </a:prstGeom>
          <a:solidFill>
            <a:srgbClr val="0B6E4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 txBox="1"/>
          <p:nvPr/>
        </p:nvSpPr>
        <p:spPr>
          <a:xfrm>
            <a:off x="731520" y="19202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2834640" y="20574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 Cayuqueo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2834640" y="260604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Full Stack — Frontend, Backend, Base de Datos y Documentación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2834640" y="329184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individual: todas las funciones de desarrollo y gestión del proyecto son asumidas por un solo integrante, con metodología Kanban personal para organizar el trabajo.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3FA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y justificación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120640" cy="4023360"/>
          </a:xfrm>
          <a:prstGeom prst="roundRect">
            <a:avLst>
              <a:gd name="adj" fmla="val 2727"/>
            </a:avLst>
          </a:prstGeom>
          <a:solidFill>
            <a:srgbClr val="F6F8F7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 txBox="1"/>
          <p:nvPr/>
        </p:nvSpPr>
        <p:spPr>
          <a:xfrm>
            <a:off x="868680" y="205740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560320"/>
            <a:ext cx="44805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Pantallas interactivas subutilizadas en el aula por falta de tiempo y capacitación técnica docente.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software disponible no integra el currículum oficial del MINEDUC.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Docentes de educación básica con poco tiempo para preparar material digital.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035040" y="1828800"/>
            <a:ext cx="5120640" cy="4023360"/>
          </a:xfrm>
          <a:prstGeom prst="roundRect">
            <a:avLst>
              <a:gd name="adj" fmla="val 2727"/>
            </a:avLst>
          </a:prstGeom>
          <a:solidFill>
            <a:srgbClr val="0B6E4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 txBox="1"/>
          <p:nvPr/>
        </p:nvSpPr>
        <p:spPr>
          <a:xfrm>
            <a:off x="6355080" y="205740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Justificación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355080" y="2560320"/>
            <a:ext cx="44805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Nivelar el acceso a educación de calidad apoyando la práctica pedagógica.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Reducir la barrera técnica que impide usar tecnología ya disponible en los colegios.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Ahorrar tiempo de preparación de clases a los y las docentes.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3FA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GENERAL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11064240" cy="4114800"/>
          </a:xfrm>
          <a:prstGeom prst="roundRect">
            <a:avLst>
              <a:gd name="adj" fmla="val 3333"/>
            </a:avLst>
          </a:prstGeom>
          <a:solidFill>
            <a:srgbClr val="F6F8F7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Shape 2"/>
          <p:cNvSpPr/>
          <p:nvPr/>
        </p:nvSpPr>
        <p:spPr>
          <a:xfrm>
            <a:off x="914400" y="2103120"/>
            <a:ext cx="640080" cy="640080"/>
          </a:xfrm>
          <a:prstGeom prst="ellipse">
            <a:avLst/>
          </a:prstGeom>
          <a:solidFill>
            <a:srgbClr val="F4C95D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 txBox="1"/>
          <p:nvPr/>
        </p:nvSpPr>
        <p:spPr>
          <a:xfrm>
            <a:off x="1828800" y="2286000"/>
            <a:ext cx="9326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una aplicación web e híbrida (Android) que integre el currículum del MINEDUC, recursos interactivos y actividades de aula, facilitando a los y las docentes el uso de pantallas interactivas en sus clases.</a:t>
            </a:r>
            <a:endParaRPr lang="en-US" sz="2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3FA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DEL TRABAJO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específicos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84048" cy="384048"/>
          </a:xfrm>
          <a:prstGeom prst="ellipse">
            <a:avLst/>
          </a:prstGeom>
          <a:solidFill>
            <a:srgbClr val="0B6E4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78308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un modelo de datos que represente asignaturas, niveles, objetivos de aprendizaje, recursos y actividades.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384048" cy="384048"/>
          </a:xfrm>
          <a:prstGeom prst="ellipse">
            <a:avLst/>
          </a:prstGeom>
          <a:solidFill>
            <a:srgbClr val="3FA79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 txBox="1"/>
          <p:nvPr/>
        </p:nvSpPr>
        <p:spPr>
          <a:xfrm>
            <a:off x="640080" y="2743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65176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un explorador curricular con búsqueda por asignatura, nivel o palabra clave.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3611880"/>
            <a:ext cx="384048" cy="384048"/>
          </a:xfrm>
          <a:prstGeom prst="ellipse">
            <a:avLst/>
          </a:prstGeom>
          <a:solidFill>
            <a:srgbClr val="0B6E4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 txBox="1"/>
          <p:nvPr/>
        </p:nvSpPr>
        <p:spPr>
          <a:xfrm>
            <a:off x="640080" y="3611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52044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un módulo de recursos y actividades interactivas por unidad curricular.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480560"/>
            <a:ext cx="384048" cy="384048"/>
          </a:xfrm>
          <a:prstGeom prst="ellipse">
            <a:avLst/>
          </a:prstGeom>
          <a:solidFill>
            <a:srgbClr val="3FA79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 txBox="1"/>
          <p:nvPr/>
        </p:nvSpPr>
        <p:spPr>
          <a:xfrm>
            <a:off x="640080" y="4480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38912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un planificador de clases que combine objetivos, recursos y actividades.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5349240"/>
            <a:ext cx="384048" cy="384048"/>
          </a:xfrm>
          <a:prstGeom prst="ellipse">
            <a:avLst/>
          </a:prstGeom>
          <a:solidFill>
            <a:srgbClr val="0B6E4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 txBox="1"/>
          <p:nvPr/>
        </p:nvSpPr>
        <p:spPr>
          <a:xfrm>
            <a:off x="640080" y="5349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525780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Desplegar la solución utilizando contenedores Docker para backend y base de datos.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3FA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del proyecto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286000"/>
            <a:ext cx="51206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Explorador curricular MINEDUC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 de recursos interactivos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Actividades listas para proyectar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Planificador de clases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Empaquetado Android (Capacitor)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035040" y="1828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Restricciones del sistema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35040" y="2286000"/>
            <a:ext cx="51206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 de conexión a internet para sincronizar datos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de MVP acotado a 4 módulos principales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limitadas a establecimientos piloto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a cargo de un único integrante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3FA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ESPECIFICACIÓN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Requerimientos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120640" cy="3840480"/>
          </a:xfrm>
          <a:prstGeom prst="roundRect">
            <a:avLst>
              <a:gd name="adj" fmla="val 2857"/>
            </a:avLst>
          </a:prstGeom>
          <a:solidFill>
            <a:srgbClr val="F6F8F7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 txBox="1"/>
          <p:nvPr/>
        </p:nvSpPr>
        <p:spPr>
          <a:xfrm>
            <a:off x="868680" y="20574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Funcionales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514600"/>
            <a:ext cx="4480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 docente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de objetivos de aprendizaje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recursos y actividades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Planificación de clases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035040" y="1828800"/>
            <a:ext cx="5120640" cy="3840480"/>
          </a:xfrm>
          <a:prstGeom prst="roundRect">
            <a:avLst>
              <a:gd name="adj" fmla="val 2857"/>
            </a:avLst>
          </a:prstGeom>
          <a:solidFill>
            <a:srgbClr val="F6F8F7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 txBox="1"/>
          <p:nvPr/>
        </p:nvSpPr>
        <p:spPr>
          <a:xfrm>
            <a:off x="6355080" y="20574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funcionales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355080" y="2514600"/>
            <a:ext cx="4480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Responsivo (pantalla táctil y móvil)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con autenticación JWT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Multiplataforma (web + Android)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 rendimiento con datos curriculares extensos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3FA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 DE TRABAJO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Metodología: Kanban individual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Tablero personal organizado por módulos del sistema, con prioridades semanales alineadas al cronograma de las tres fases de Capstone.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3566160" cy="3749040"/>
          </a:xfrm>
          <a:prstGeom prst="roundRect">
            <a:avLst>
              <a:gd name="adj" fmla="val 2564"/>
            </a:avLst>
          </a:prstGeom>
          <a:solidFill>
            <a:srgbClr val="F6F8F7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 txBox="1"/>
          <p:nvPr/>
        </p:nvSpPr>
        <p:spPr>
          <a:xfrm>
            <a:off x="777240" y="25146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hacer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7240" y="2971800"/>
            <a:ext cx="31089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 txBox="1"/>
          <p:nvPr/>
        </p:nvSpPr>
        <p:spPr>
          <a:xfrm>
            <a:off x="914400" y="29718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NestJS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77240" y="3657600"/>
            <a:ext cx="31089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 txBox="1"/>
          <p:nvPr/>
        </p:nvSpPr>
        <p:spPr>
          <a:xfrm>
            <a:off x="914400" y="36576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datos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7240" y="4343400"/>
            <a:ext cx="31089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 txBox="1"/>
          <p:nvPr/>
        </p:nvSpPr>
        <p:spPr>
          <a:xfrm>
            <a:off x="914400" y="43434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integración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43400" y="2331720"/>
            <a:ext cx="3566160" cy="3749040"/>
          </a:xfrm>
          <a:prstGeom prst="roundRect">
            <a:avLst>
              <a:gd name="adj" fmla="val 2564"/>
            </a:avLst>
          </a:prstGeom>
          <a:solidFill>
            <a:srgbClr val="3FA79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 txBox="1"/>
          <p:nvPr/>
        </p:nvSpPr>
        <p:spPr>
          <a:xfrm>
            <a:off x="4572000" y="25146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curso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0" y="2971800"/>
            <a:ext cx="31089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 txBox="1"/>
          <p:nvPr/>
        </p:nvSpPr>
        <p:spPr>
          <a:xfrm>
            <a:off x="4709160" y="29718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React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0" y="3657600"/>
            <a:ext cx="31089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Text 16"/>
          <p:cNvSpPr txBox="1"/>
          <p:nvPr/>
        </p:nvSpPr>
        <p:spPr>
          <a:xfrm>
            <a:off x="4709160" y="36576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Explorador curricular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38160" y="2331720"/>
            <a:ext cx="3566160" cy="3749040"/>
          </a:xfrm>
          <a:prstGeom prst="roundRect">
            <a:avLst>
              <a:gd name="adj" fmla="val 2564"/>
            </a:avLst>
          </a:prstGeom>
          <a:solidFill>
            <a:srgbClr val="0B6E4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0" name="Text 18"/>
          <p:cNvSpPr txBox="1"/>
          <p:nvPr/>
        </p:nvSpPr>
        <p:spPr>
          <a:xfrm>
            <a:off x="8366760" y="25146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Hecho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366760" y="2971800"/>
            <a:ext cx="31089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Text 20"/>
          <p:cNvSpPr txBox="1"/>
          <p:nvPr/>
        </p:nvSpPr>
        <p:spPr>
          <a:xfrm>
            <a:off x="8503920" y="29718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de proyecto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366760" y="3657600"/>
            <a:ext cx="31089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" name="Text 22"/>
          <p:cNvSpPr txBox="1"/>
          <p:nvPr/>
        </p:nvSpPr>
        <p:spPr>
          <a:xfrm>
            <a:off x="8503920" y="36576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mockup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366760" y="4343400"/>
            <a:ext cx="31089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6" name="Text 24"/>
          <p:cNvSpPr txBox="1"/>
          <p:nvPr/>
        </p:nvSpPr>
        <p:spPr>
          <a:xfrm>
            <a:off x="8503920" y="43434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general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3FA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PLANIFICACIÓN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Cronograma (18 semanas)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874520"/>
            <a:ext cx="113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2529840" y="1874520"/>
            <a:ext cx="113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236720" y="1874520"/>
            <a:ext cx="113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943600" y="1874520"/>
            <a:ext cx="113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650480" y="1874520"/>
            <a:ext cx="113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9357360" y="1874520"/>
            <a:ext cx="113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0495280" y="1874520"/>
            <a:ext cx="113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0" y="219456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y diseño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" y="2194560"/>
            <a:ext cx="2275840" cy="502920"/>
          </a:xfrm>
          <a:prstGeom prst="roundRect">
            <a:avLst>
              <a:gd name="adj" fmla="val 10909"/>
            </a:avLst>
          </a:prstGeom>
          <a:solidFill>
            <a:srgbClr val="F4C95D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 txBox="1"/>
          <p:nvPr/>
        </p:nvSpPr>
        <p:spPr>
          <a:xfrm>
            <a:off x="0" y="292608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y Base de Datos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098800" y="2926080"/>
            <a:ext cx="2844800" cy="502920"/>
          </a:xfrm>
          <a:prstGeom prst="roundRect">
            <a:avLst>
              <a:gd name="adj" fmla="val 10909"/>
            </a:avLst>
          </a:prstGeom>
          <a:solidFill>
            <a:srgbClr val="3FA79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 txBox="1"/>
          <p:nvPr/>
        </p:nvSpPr>
        <p:spPr>
          <a:xfrm>
            <a:off x="0" y="365760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374640" y="3657600"/>
            <a:ext cx="2844800" cy="502920"/>
          </a:xfrm>
          <a:prstGeom prst="roundRect">
            <a:avLst>
              <a:gd name="adj" fmla="val 10909"/>
            </a:avLst>
          </a:prstGeom>
          <a:solidFill>
            <a:srgbClr val="0B6E4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 txBox="1"/>
          <p:nvPr/>
        </p:nvSpPr>
        <p:spPr>
          <a:xfrm>
            <a:off x="0" y="438912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y documentación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219440" y="4389120"/>
            <a:ext cx="2844800" cy="502920"/>
          </a:xfrm>
          <a:prstGeom prst="roundRect">
            <a:avLst>
              <a:gd name="adj" fmla="val 10909"/>
            </a:avLst>
          </a:prstGeom>
          <a:solidFill>
            <a:srgbClr val="07432F"/>
          </a:solidFill>
          <a:ln/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3FA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TÉCNICO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Tecnologías y herramientas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/ App híbrida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286000"/>
            <a:ext cx="512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TailwindCSS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Capacitor (empaquetado Android)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035040" y="1828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e infraestructura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35040" y="2286000"/>
            <a:ext cx="5120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NestJS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Prisma ORM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(autenticación)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docker-compose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93776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basada en API REST desacoplada, contenerizada con Docker.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3FA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TÉCNICO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 la aplicación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743200"/>
            <a:ext cx="2743200" cy="1463040"/>
          </a:xfrm>
          <a:prstGeom prst="roundRect">
            <a:avLst>
              <a:gd name="adj" fmla="val 7500"/>
            </a:avLst>
          </a:prstGeom>
          <a:solidFill>
            <a:srgbClr val="0B6E4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 txBox="1"/>
          <p:nvPr/>
        </p:nvSpPr>
        <p:spPr>
          <a:xfrm>
            <a:off x="914400" y="2926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3375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Capacitor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(Web / Android)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09160" y="2743200"/>
            <a:ext cx="2743200" cy="1463040"/>
          </a:xfrm>
          <a:prstGeom prst="roundRect">
            <a:avLst>
              <a:gd name="adj" fmla="val 7500"/>
            </a:avLst>
          </a:prstGeom>
          <a:solidFill>
            <a:srgbClr val="3FA79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 txBox="1"/>
          <p:nvPr/>
        </p:nvSpPr>
        <p:spPr>
          <a:xfrm>
            <a:off x="4892040" y="2926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892040" y="33375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NestJS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(/api)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686800" y="2743200"/>
            <a:ext cx="2743200" cy="1463040"/>
          </a:xfrm>
          <a:prstGeom prst="roundRect">
            <a:avLst>
              <a:gd name="adj" fmla="val 7500"/>
            </a:avLst>
          </a:prstGeom>
          <a:solidFill>
            <a:srgbClr val="07432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 txBox="1"/>
          <p:nvPr/>
        </p:nvSpPr>
        <p:spPr>
          <a:xfrm>
            <a:off x="8869680" y="2926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869680" y="33375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(vía Prisma)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474720" y="3474720"/>
            <a:ext cx="1234440" cy="0"/>
          </a:xfrm>
          <a:prstGeom prst="line">
            <a:avLst/>
          </a:prstGeom>
          <a:noFill/>
          <a:ln w="25400">
            <a:solidFill>
              <a:srgbClr val="1A1F1C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14" name="Shape 12"/>
          <p:cNvSpPr/>
          <p:nvPr/>
        </p:nvSpPr>
        <p:spPr>
          <a:xfrm>
            <a:off x="7452360" y="3474720"/>
            <a:ext cx="1234440" cy="0"/>
          </a:xfrm>
          <a:prstGeom prst="line">
            <a:avLst/>
          </a:prstGeom>
          <a:noFill/>
          <a:ln w="25400">
            <a:solidFill>
              <a:srgbClr val="1A1F1C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 txBox="1"/>
          <p:nvPr/>
        </p:nvSpPr>
        <p:spPr>
          <a:xfrm>
            <a:off x="731520" y="4754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el backend y la base de datos se despliegan contenerizados con Docker (docker-compose).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3FA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ADOPCIÓN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uso e impacto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20240"/>
            <a:ext cx="106070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Enfoque B2G / institucional: orientado a colegios y establecimientos con pantallas interactivas ya instaladas.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adaptable a distintos niveles y asignaturas del currículum MINEDUC.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el tiempo de preparación de clases para el cuerpo docente.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Contribuye a nivelar el acceso a educación de calidad en distintos contextos.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45836" y="2103120"/>
            <a:ext cx="1097280" cy="1097280"/>
          </a:xfrm>
          <a:prstGeom prst="ellipse">
            <a:avLst/>
          </a:prstGeom>
          <a:solidFill>
            <a:srgbClr val="F4C95D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 txBox="1"/>
          <p:nvPr/>
        </p:nvSpPr>
        <p:spPr>
          <a:xfrm>
            <a:off x="0" y="3657600"/>
            <a:ext cx="12188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Demostración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434840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Recorrido en vivo por el prototipo: Inicio, Explorador curricular, Recursos, Actividades y Planificador.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3FA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Mejoras futuras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20240"/>
            <a:ext cx="106070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completa del currículum MINEDUC para todas las asignaturas y niveles.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 seguimiento para jefaturas técnico-pedagógicas.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sin conexión para uso en zonas con conectividad limitada.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 de reportes de uso por establecimiento.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743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754880"/>
            <a:ext cx="3291840" cy="3291840"/>
          </a:xfrm>
          <a:prstGeom prst="ellipse">
            <a:avLst/>
          </a:prstGeom>
          <a:solidFill>
            <a:srgbClr val="0B6E4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F4C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463040"/>
            <a:ext cx="96012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la barrera técnica para usar pantallas interactivas en el aula.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 el currículum MINEDUC en un solo lugar, listo para usar.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Apoya la práctica pedagógica sin exigir conocimientos técnicos avanzados.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Contribuye a nivelar el acceso a educación de calidad.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743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37276" y="2194560"/>
            <a:ext cx="914400" cy="914400"/>
          </a:xfrm>
          <a:prstGeom prst="ellipse">
            <a:avLst/>
          </a:prstGeom>
          <a:solidFill>
            <a:srgbClr val="F4C95D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 txBox="1"/>
          <p:nvPr/>
        </p:nvSpPr>
        <p:spPr>
          <a:xfrm>
            <a:off x="0" y="3383280"/>
            <a:ext cx="12188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0" y="420624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9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Educativo · Alex Cayuqueo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736</Words>
  <Application>Microsoft Office PowerPoint</Application>
  <PresentationFormat>Widescreen</PresentationFormat>
  <Paragraphs>146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ALEX . CAYUQUEO CAYUQUEO</cp:lastModifiedBy>
  <cp:revision>1</cp:revision>
  <dcterms:created xsi:type="dcterms:W3CDTF">2026-09-08T02:46:51Z</dcterms:created>
  <dcterms:modified xsi:type="dcterms:W3CDTF">2026-09-11T01:18:10Z</dcterms:modified>
</cp:coreProperties>
</file>