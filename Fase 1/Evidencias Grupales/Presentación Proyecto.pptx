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Open Sans 1" charset="1" panose="020B0606030504020204"/>
      <p:regular r:id="rId23"/>
    </p:embeddedFont>
    <p:embeddedFont>
      <p:font typeface="Open Sans 1 Bold" charset="1" panose="020B0806030504020204"/>
      <p:regular r:id="rId24"/>
    </p:embeddedFont>
    <p:embeddedFont>
      <p:font typeface="Open Sans 1 Italics" charset="1" panose="020B0606030504020204"/>
      <p:regular r:id="rId25"/>
    </p:embeddedFont>
    <p:embeddedFont>
      <p:font typeface="Open Sans 1 Bold Italics" charset="1" panose="020B0806030504020204"/>
      <p:regular r:id="rId26"/>
    </p:embeddedFont>
    <p:embeddedFont>
      <p:font typeface="Open Sans 2 Italic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dn-icons-png.flaticon.com/512/17008/17008714.png" TargetMode="External" Type="http://schemas.openxmlformats.org/officeDocument/2006/relationships/hyperlink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187" y="89597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9441" y="2289043"/>
            <a:ext cx="6339121" cy="6339121"/>
          </a:xfrm>
          <a:custGeom>
            <a:avLst/>
            <a:gdLst/>
            <a:ahLst/>
            <a:cxnLst/>
            <a:rect r="r" b="b" t="t" l="l"/>
            <a:pathLst>
              <a:path h="6339121" w="6339121">
                <a:moveTo>
                  <a:pt x="0" y="0"/>
                </a:moveTo>
                <a:lnTo>
                  <a:pt x="6339121" y="0"/>
                </a:lnTo>
                <a:lnTo>
                  <a:pt x="6339121" y="6339121"/>
                </a:lnTo>
                <a:lnTo>
                  <a:pt x="0" y="633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02126" y="4623755"/>
            <a:ext cx="7322329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Tock Tock Alarm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77716" y="6188194"/>
            <a:ext cx="737115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E2C2D"/>
                </a:solidFill>
                <a:latin typeface="Open Sans 1"/>
                <a:ea typeface="Open Sans 1"/>
                <a:cs typeface="Open Sans 1"/>
                <a:sym typeface="Open Sans 1"/>
              </a:rPr>
              <a:t>Sistema de </a:t>
            </a:r>
            <a:r>
              <a:rPr lang="en-US" sz="2400">
                <a:solidFill>
                  <a:srgbClr val="2E2C2D"/>
                </a:solidFill>
                <a:latin typeface="Open Sans 1"/>
                <a:ea typeface="Open Sans 1"/>
                <a:cs typeface="Open Sans 1"/>
                <a:sym typeface="Open Sans 1"/>
              </a:rPr>
              <a:t>gestión de turnos y control de asistencia para trabajadores con jornadas rotativas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64627" y="1733637"/>
            <a:ext cx="515874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8277" y="4003926"/>
            <a:ext cx="5158746" cy="4425025"/>
            <a:chOff x="0" y="0"/>
            <a:chExt cx="6878328" cy="59000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58174" y="0"/>
              <a:ext cx="1361980" cy="1314310"/>
            </a:xfrm>
            <a:custGeom>
              <a:avLst/>
              <a:gdLst/>
              <a:ahLst/>
              <a:cxnLst/>
              <a:rect r="r" b="b" t="t" l="l"/>
              <a:pathLst>
                <a:path h="1314310" w="1361980">
                  <a:moveTo>
                    <a:pt x="0" y="0"/>
                  </a:moveTo>
                  <a:lnTo>
                    <a:pt x="1361980" y="0"/>
                  </a:lnTo>
                  <a:lnTo>
                    <a:pt x="1361980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696123"/>
              <a:ext cx="6878328" cy="4203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José Díaz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Líder de Proyecto y Desarrollador Full Stack,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 enfoque en base de datos y Firebase.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00423" y="4227764"/>
            <a:ext cx="5158746" cy="3847581"/>
            <a:chOff x="0" y="0"/>
            <a:chExt cx="6878328" cy="51301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678411" y="0"/>
              <a:ext cx="1346606" cy="1146298"/>
            </a:xfrm>
            <a:custGeom>
              <a:avLst/>
              <a:gdLst/>
              <a:ahLst/>
              <a:cxnLst/>
              <a:rect r="r" b="b" t="t" l="l"/>
              <a:pathLst>
                <a:path h="1146298" w="1346606">
                  <a:moveTo>
                    <a:pt x="0" y="0"/>
                  </a:moveTo>
                  <a:lnTo>
                    <a:pt x="1346606" y="0"/>
                  </a:lnTo>
                  <a:lnTo>
                    <a:pt x="1346606" y="1146298"/>
                  </a:lnTo>
                  <a:lnTo>
                    <a:pt x="0" y="1146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35798"/>
              <a:ext cx="6878328" cy="3594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Nicolás Pozo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Desarrollador Full Stack, con enfoque en geolocalización e interfaz UI/UX.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2864" y="4227764"/>
            <a:ext cx="5158746" cy="4314306"/>
            <a:chOff x="0" y="0"/>
            <a:chExt cx="6878328" cy="57524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464300" y="0"/>
              <a:ext cx="1331532" cy="1336544"/>
            </a:xfrm>
            <a:custGeom>
              <a:avLst/>
              <a:gdLst/>
              <a:ahLst/>
              <a:cxnLst/>
              <a:rect r="r" b="b" t="t" l="l"/>
              <a:pathLst>
                <a:path h="1336544" w="1331532">
                  <a:moveTo>
                    <a:pt x="0" y="0"/>
                  </a:moveTo>
                  <a:lnTo>
                    <a:pt x="1331532" y="0"/>
                  </a:lnTo>
                  <a:lnTo>
                    <a:pt x="1331532" y="1336544"/>
                  </a:lnTo>
                  <a:lnTo>
                    <a:pt x="0" y="1336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535798"/>
              <a:ext cx="6878328" cy="42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Martín Lara</a:t>
              </a:r>
            </a:p>
            <a:p>
              <a:pPr algn="ctr">
                <a:lnSpc>
                  <a:spcPts val="4200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Desarrollador Full Stack, con enfoque en reconocimiento facial e integración de servicios.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714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070208" y="6965143"/>
            <a:ext cx="1662539" cy="2293157"/>
          </a:xfrm>
          <a:custGeom>
            <a:avLst/>
            <a:gdLst/>
            <a:ahLst/>
            <a:cxnLst/>
            <a:rect r="r" b="b" t="t" l="l"/>
            <a:pathLst>
              <a:path h="2293157" w="1662539">
                <a:moveTo>
                  <a:pt x="0" y="0"/>
                </a:moveTo>
                <a:lnTo>
                  <a:pt x="1662539" y="0"/>
                </a:lnTo>
                <a:lnTo>
                  <a:pt x="1662539" y="2293157"/>
                </a:lnTo>
                <a:lnTo>
                  <a:pt x="0" y="229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64627" y="1733637"/>
            <a:ext cx="515874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816" y="3217980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0642" y="3217980"/>
            <a:ext cx="5158746" cy="14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Justificación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23346" y="4516869"/>
            <a:ext cx="5757676" cy="281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Dificultad de adaptación a cambios de turno</a:t>
            </a:r>
          </a:p>
          <a:p>
            <a:pPr algn="just">
              <a:lnSpc>
                <a:spcPts val="1400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Genera atrasos y problemas de asistencia</a:t>
            </a:r>
          </a:p>
          <a:p>
            <a:pPr algn="just">
              <a:lnSpc>
                <a:spcPts val="426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99818" y="4516869"/>
            <a:ext cx="6759482" cy="262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</a:t>
            </a: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roductividad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Continuidad operacional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Cumplimiento de metas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Control de asistencia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42603" y="1743653"/>
            <a:ext cx="7602794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Objetivo General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21556" y="4159083"/>
            <a:ext cx="13444888" cy="192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1"/>
              </a:lnSpc>
              <a:spcBef>
                <a:spcPct val="0"/>
              </a:spcBef>
            </a:pPr>
            <a:r>
              <a:rPr lang="en-US" sz="27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Desarrollar una aplicación web y móvil orientada a trabajadores con jornadas rotativas, que permita gestionar turnos y alarmas, registrar y controlar la asistencia laboral mediante geolocalización, y contribuir a la mejora de la puntualidad y la continuidad operacional en las organizaciones.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872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0496" y="1683554"/>
            <a:ext cx="9706278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Objetivos Específicos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10858" y="3702402"/>
            <a:ext cx="8875804" cy="386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Gestión de turnos y alarmas</a:t>
            </a:r>
          </a:p>
          <a:p>
            <a:pPr algn="just">
              <a:lnSpc>
                <a:spcPts val="1400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Registro de asistencia con geolocalización y validación biométrica facial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Interfaz accesible y responsiva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Persistencia de datos con Firebase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 para supervisión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17230" y="1863852"/>
            <a:ext cx="8053541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Alcance Proyecto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590363" y="3891037"/>
            <a:ext cx="5160815" cy="275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i="true" spc="92">
                <a:solidFill>
                  <a:srgbClr val="2E2C2D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Restricciones del sistema: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Dependencia de internet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Uso de Firebase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Permisos de geolocalización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Limitaciones de pruebas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2577" y="3839059"/>
            <a:ext cx="5319335" cy="370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i="true" spc="92">
                <a:solidFill>
                  <a:srgbClr val="2E2C2D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Funcionalidades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estión de turnos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Alarmas inteligentes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Marcaje mediante geolocalización validado con reconocimiento facial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 RRHH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Historial de asistencia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542935" y="1713604"/>
            <a:ext cx="692166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Requerimientos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8517" y="3415147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Funcionales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4045" y="3415147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 Funcionales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346" y="4654667"/>
            <a:ext cx="6945530" cy="262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ogin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Turnos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Alarmas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Marcaje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4095" y="4654667"/>
            <a:ext cx="4216915" cy="206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Responsivo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Seguro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Multiplataforma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Buen rendimiento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739" y="1028700"/>
            <a:ext cx="17229526" cy="8525109"/>
            <a:chOff x="0" y="0"/>
            <a:chExt cx="4537818" cy="2245296"/>
          </a:xfrm>
        </p:grpSpPr>
        <p:sp>
          <p:nvSpPr>
            <p:cNvPr name="Freeform 3" id="3">
              <a:hlinkClick r:id="rId2" tooltip="https://cdn-icons-png.flaticon.com/512/17008/17008714.png"/>
            </p:cNvPr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79413" y="3012223"/>
            <a:ext cx="4262554" cy="4262554"/>
          </a:xfrm>
          <a:custGeom>
            <a:avLst/>
            <a:gdLst/>
            <a:ahLst/>
            <a:cxnLst/>
            <a:rect r="r" b="b" t="t" l="l"/>
            <a:pathLst>
              <a:path h="4262554" w="4262554">
                <a:moveTo>
                  <a:pt x="0" y="0"/>
                </a:moveTo>
                <a:lnTo>
                  <a:pt x="4262554" y="0"/>
                </a:lnTo>
                <a:lnTo>
                  <a:pt x="4262554" y="4262554"/>
                </a:lnTo>
                <a:lnTo>
                  <a:pt x="0" y="426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34411" y="1666982"/>
            <a:ext cx="5419177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35160" y="7305522"/>
            <a:ext cx="12017680" cy="136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Metodología iterativa e incremental basada en desarrollo por etapas.</a:t>
            </a:r>
          </a:p>
          <a:p>
            <a:pPr algn="just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Enfoque flexible que permite adaptación a cambios y mejora continua del sistema.</a:t>
            </a:r>
          </a:p>
          <a:p>
            <a:pPr algn="just">
              <a:lnSpc>
                <a:spcPts val="3610"/>
              </a:lnSpc>
              <a:spcBef>
                <a:spcPct val="0"/>
              </a:spcBef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Seguimiento mediante reuniones periódicas del equipo.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40392" y="2984529"/>
            <a:ext cx="12007217" cy="6273771"/>
          </a:xfrm>
          <a:custGeom>
            <a:avLst/>
            <a:gdLst/>
            <a:ahLst/>
            <a:cxnLst/>
            <a:rect r="r" b="b" t="t" l="l"/>
            <a:pathLst>
              <a:path h="6273771" w="12007217">
                <a:moveTo>
                  <a:pt x="0" y="0"/>
                </a:moveTo>
                <a:lnTo>
                  <a:pt x="12007216" y="0"/>
                </a:lnTo>
                <a:lnTo>
                  <a:pt x="12007216" y="6273771"/>
                </a:lnTo>
                <a:lnTo>
                  <a:pt x="0" y="6273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64627" y="1733637"/>
            <a:ext cx="6140372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Cronograma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12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49372" y="4254847"/>
            <a:ext cx="1658986" cy="1658986"/>
          </a:xfrm>
          <a:custGeom>
            <a:avLst/>
            <a:gdLst/>
            <a:ahLst/>
            <a:cxnLst/>
            <a:rect r="r" b="b" t="t" l="l"/>
            <a:pathLst>
              <a:path h="1658986" w="1658986">
                <a:moveTo>
                  <a:pt x="0" y="0"/>
                </a:moveTo>
                <a:lnTo>
                  <a:pt x="1658987" y="0"/>
                </a:lnTo>
                <a:lnTo>
                  <a:pt x="1658987" y="1658987"/>
                </a:lnTo>
                <a:lnTo>
                  <a:pt x="0" y="1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45210" y="4438345"/>
            <a:ext cx="1853093" cy="662481"/>
          </a:xfrm>
          <a:custGeom>
            <a:avLst/>
            <a:gdLst/>
            <a:ahLst/>
            <a:cxnLst/>
            <a:rect r="r" b="b" t="t" l="l"/>
            <a:pathLst>
              <a:path h="662481" w="1853093">
                <a:moveTo>
                  <a:pt x="0" y="0"/>
                </a:moveTo>
                <a:lnTo>
                  <a:pt x="1853093" y="0"/>
                </a:lnTo>
                <a:lnTo>
                  <a:pt x="1853093" y="662481"/>
                </a:lnTo>
                <a:lnTo>
                  <a:pt x="0" y="66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20786" y="7158038"/>
            <a:ext cx="1696101" cy="969230"/>
          </a:xfrm>
          <a:custGeom>
            <a:avLst/>
            <a:gdLst/>
            <a:ahLst/>
            <a:cxnLst/>
            <a:rect r="r" b="b" t="t" l="l"/>
            <a:pathLst>
              <a:path h="969230" w="1696101">
                <a:moveTo>
                  <a:pt x="0" y="0"/>
                </a:moveTo>
                <a:lnTo>
                  <a:pt x="1696101" y="0"/>
                </a:lnTo>
                <a:lnTo>
                  <a:pt x="1696101" y="969229"/>
                </a:lnTo>
                <a:lnTo>
                  <a:pt x="0" y="969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379" r="0" b="-316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82185" y="8251220"/>
            <a:ext cx="1344404" cy="683657"/>
          </a:xfrm>
          <a:custGeom>
            <a:avLst/>
            <a:gdLst/>
            <a:ahLst/>
            <a:cxnLst/>
            <a:rect r="r" b="b" t="t" l="l"/>
            <a:pathLst>
              <a:path h="683657" w="1344404">
                <a:moveTo>
                  <a:pt x="0" y="0"/>
                </a:moveTo>
                <a:lnTo>
                  <a:pt x="1344404" y="0"/>
                </a:lnTo>
                <a:lnTo>
                  <a:pt x="1344404" y="683656"/>
                </a:lnTo>
                <a:lnTo>
                  <a:pt x="0" y="68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077" r="0" b="-4757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41428" y="5657497"/>
            <a:ext cx="1379654" cy="1379654"/>
          </a:xfrm>
          <a:custGeom>
            <a:avLst/>
            <a:gdLst/>
            <a:ahLst/>
            <a:cxnLst/>
            <a:rect r="r" b="b" t="t" l="l"/>
            <a:pathLst>
              <a:path h="1379654" w="1379654">
                <a:moveTo>
                  <a:pt x="0" y="0"/>
                </a:moveTo>
                <a:lnTo>
                  <a:pt x="1379654" y="0"/>
                </a:lnTo>
                <a:lnTo>
                  <a:pt x="1379654" y="1379654"/>
                </a:lnTo>
                <a:lnTo>
                  <a:pt x="0" y="137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41428" y="6944217"/>
            <a:ext cx="1396872" cy="1396872"/>
          </a:xfrm>
          <a:custGeom>
            <a:avLst/>
            <a:gdLst/>
            <a:ahLst/>
            <a:cxnLst/>
            <a:rect r="r" b="b" t="t" l="l"/>
            <a:pathLst>
              <a:path h="1396872" w="1396872">
                <a:moveTo>
                  <a:pt x="0" y="0"/>
                </a:moveTo>
                <a:lnTo>
                  <a:pt x="1396872" y="0"/>
                </a:lnTo>
                <a:lnTo>
                  <a:pt x="1396872" y="1396871"/>
                </a:lnTo>
                <a:lnTo>
                  <a:pt x="0" y="1396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45210" y="5235990"/>
            <a:ext cx="2123957" cy="1061978"/>
          </a:xfrm>
          <a:custGeom>
            <a:avLst/>
            <a:gdLst/>
            <a:ahLst/>
            <a:cxnLst/>
            <a:rect r="r" b="b" t="t" l="l"/>
            <a:pathLst>
              <a:path h="1061978" w="2123957">
                <a:moveTo>
                  <a:pt x="0" y="0"/>
                </a:moveTo>
                <a:lnTo>
                  <a:pt x="2123956" y="0"/>
                </a:lnTo>
                <a:lnTo>
                  <a:pt x="2123956" y="1061978"/>
                </a:lnTo>
                <a:lnTo>
                  <a:pt x="0" y="1061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94101" y="6210154"/>
            <a:ext cx="1522786" cy="931739"/>
          </a:xfrm>
          <a:custGeom>
            <a:avLst/>
            <a:gdLst/>
            <a:ahLst/>
            <a:cxnLst/>
            <a:rect r="r" b="b" t="t" l="l"/>
            <a:pathLst>
              <a:path h="931739" w="1522786">
                <a:moveTo>
                  <a:pt x="0" y="0"/>
                </a:moveTo>
                <a:lnTo>
                  <a:pt x="1522786" y="0"/>
                </a:lnTo>
                <a:lnTo>
                  <a:pt x="1522786" y="931738"/>
                </a:lnTo>
                <a:lnTo>
                  <a:pt x="0" y="9317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068837" y="1693570"/>
            <a:ext cx="1215032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Tecnologías y Herramientas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216" y="3323523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06655" y="3323523"/>
            <a:ext cx="369395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9209" y="8796959"/>
            <a:ext cx="7929583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  <a:spcBef>
                <a:spcPct val="0"/>
              </a:spcBef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Arquitectura basada en servicios en la nube (Firebase)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8300" y="6094330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Authentication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21082" y="4787151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Firestore Database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21082" y="7389658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Cloud Storage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83420" y="2765827"/>
            <a:ext cx="11632358" cy="6571536"/>
          </a:xfrm>
          <a:custGeom>
            <a:avLst/>
            <a:gdLst/>
            <a:ahLst/>
            <a:cxnLst/>
            <a:rect r="r" b="b" t="t" l="l"/>
            <a:pathLst>
              <a:path h="6571536" w="11632358">
                <a:moveTo>
                  <a:pt x="0" y="0"/>
                </a:moveTo>
                <a:lnTo>
                  <a:pt x="11632358" y="0"/>
                </a:lnTo>
                <a:lnTo>
                  <a:pt x="11632358" y="6571536"/>
                </a:lnTo>
                <a:lnTo>
                  <a:pt x="0" y="6571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93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0625" y="1602512"/>
            <a:ext cx="15666750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Arquitectura de la Aplicación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71053" y="2530732"/>
            <a:ext cx="3745895" cy="3745895"/>
          </a:xfrm>
          <a:custGeom>
            <a:avLst/>
            <a:gdLst/>
            <a:ahLst/>
            <a:cxnLst/>
            <a:rect r="r" b="b" t="t" l="l"/>
            <a:pathLst>
              <a:path h="3745895" w="3745895">
                <a:moveTo>
                  <a:pt x="0" y="0"/>
                </a:moveTo>
                <a:lnTo>
                  <a:pt x="3745894" y="0"/>
                </a:lnTo>
                <a:lnTo>
                  <a:pt x="3745894" y="3745895"/>
                </a:lnTo>
                <a:lnTo>
                  <a:pt x="0" y="3745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92022" y="1793736"/>
            <a:ext cx="830395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Modelo de Negocio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1235" y="6506342"/>
            <a:ext cx="6945530" cy="206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Enfoque B2B (empresas c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 turnos rotativos)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Software adaptab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le a cada organización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Mejora el control de asistencia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Apoy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 la gestión de recursos humanos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17296" y="3336515"/>
            <a:ext cx="2972943" cy="4114800"/>
          </a:xfrm>
          <a:custGeom>
            <a:avLst/>
            <a:gdLst/>
            <a:ahLst/>
            <a:cxnLst/>
            <a:rect r="r" b="b" t="t" l="l"/>
            <a:pathLst>
              <a:path h="4114800" w="2972943">
                <a:moveTo>
                  <a:pt x="0" y="0"/>
                </a:moveTo>
                <a:lnTo>
                  <a:pt x="2972943" y="0"/>
                </a:lnTo>
                <a:lnTo>
                  <a:pt x="29729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23565" y="1813769"/>
            <a:ext cx="616040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Demostración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774" y="880946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53117" y="1793736"/>
            <a:ext cx="698176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Mejoras futuras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78608" y="4594931"/>
            <a:ext cx="6730784" cy="186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Gestión de turnos por RRHH</a:t>
            </a:r>
          </a:p>
          <a:p>
            <a:pPr algn="l">
              <a:lnSpc>
                <a:spcPts val="1399"/>
              </a:lnSpc>
            </a:pP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Optimizac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ión de datos</a:t>
            </a:r>
          </a:p>
          <a:p>
            <a:pPr algn="l">
              <a:lnSpc>
                <a:spcPts val="1399"/>
              </a:lnSpc>
            </a:pP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utenticación co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n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número telefón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042606" y="3612053"/>
            <a:ext cx="1922324" cy="1917518"/>
          </a:xfrm>
          <a:custGeom>
            <a:avLst/>
            <a:gdLst/>
            <a:ahLst/>
            <a:cxnLst/>
            <a:rect r="r" b="b" t="t" l="l"/>
            <a:pathLst>
              <a:path h="1917518" w="1922324">
                <a:moveTo>
                  <a:pt x="0" y="0"/>
                </a:moveTo>
                <a:lnTo>
                  <a:pt x="1922324" y="0"/>
                </a:lnTo>
                <a:lnTo>
                  <a:pt x="1922324" y="1917519"/>
                </a:lnTo>
                <a:lnTo>
                  <a:pt x="0" y="191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00823" y="1706882"/>
            <a:ext cx="5486354" cy="12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1"/>
              </a:lnSpc>
            </a:pPr>
            <a:r>
              <a:rPr lang="en-US" sz="903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65510" y="6439819"/>
            <a:ext cx="5756980" cy="228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Soluci</a:t>
            </a: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ona problema de asistencia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</a:t>
            </a: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ejora puntualidad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Optimiza control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Apoya gestión de RRHH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  <a:p>
              <a:pPr algn="ctr">
                <a:lnSpc>
                  <a:spcPts val="2501"/>
                </a:lnSpc>
              </a:pPr>
            </a:p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315871" y="4771509"/>
            <a:ext cx="3375793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779930" y="2423358"/>
            <a:ext cx="2447676" cy="2447676"/>
          </a:xfrm>
          <a:custGeom>
            <a:avLst/>
            <a:gdLst/>
            <a:ahLst/>
            <a:cxnLst/>
            <a:rect r="r" b="b" t="t" l="l"/>
            <a:pathLst>
              <a:path h="2447676" w="2447676">
                <a:moveTo>
                  <a:pt x="0" y="0"/>
                </a:moveTo>
                <a:lnTo>
                  <a:pt x="2447675" y="0"/>
                </a:lnTo>
                <a:lnTo>
                  <a:pt x="2447675" y="2447675"/>
                </a:lnTo>
                <a:lnTo>
                  <a:pt x="0" y="2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DAHHWOuwfGM</dc:identifier>
  <dcterms:modified xsi:type="dcterms:W3CDTF">2011-08-01T06:04:30Z</dcterms:modified>
  <cp:revision>1</cp:revision>
  <dc:title>Presentación Proyecto</dc:title>
</cp:coreProperties>
</file>